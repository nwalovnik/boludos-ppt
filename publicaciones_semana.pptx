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05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AGOSTO 2026: IPI CAYÓ -3.2%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-3.2% en agosto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-3.2%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AGOSTO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agosto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119,8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