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29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ABRIL 2026: ACTIVIDAD CRECIÓ +1.6%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+1.6% en abril 2026. En la medición desestacionalizada, el indicador se movió -1.5%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+1.6%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-1.5%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JUNIO 2026: CAYÓ -6.0%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$20.017K millones en junio 2026. Variación nominal interanual: +23.7%. En términos reales (deflactado por REM): -6.0%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$20.017K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+23.7%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-6.0%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20.017K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16.071K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26.21%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16.232K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-9.77%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18.338K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21.99%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-7.87%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