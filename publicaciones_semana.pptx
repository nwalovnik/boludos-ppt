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12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SEPTIEMBRE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septiembre 2026, acumulando 33.31%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12.3%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AGOSTO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agosto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116,9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