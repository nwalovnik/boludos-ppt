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21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4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JULIO 2026: ÍNDICE TOTAL REGISTRADO 9.224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9.224 para el sector registrado en julio 2026. Privado registrado: 9.880. Público: 8.124.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9.224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9.880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8.124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11.656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9.880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8.124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9.000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9.662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7.889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JULIO 2026: VENTAS REALES CAYERON -2.1%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-2.1% en julio 2026. Desestacionalizada: -0.7%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-2.1%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-2.7%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JULIO 2026: ACTIVIDAD CAYÓ -1.4%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-1.4% en julio 2026. En la medición desestacionalizada, el indicador se movió -2.9%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-1.4%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-2.9%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151,6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166,3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162,3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TURISMO INTERNACIONAL AGOSTO 2026: SALDO -219.172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En agosto 2026 ingresaron 432.883 turistas no residentes y salieron 652.055 argentinos al exterior, con saldo de -219.172 personas. Receptivo +8.9% i.a., emisivo -18.3% i.a.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Receptivo: 432.883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Emisivo: 652.055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(receptivo − emisivo): -219.172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Estadísticas de Turismo Internacional (todas las vías)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Receptivo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Emisivo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432.883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652.055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-219.172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466.234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697.150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-230.916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329.177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501.918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-172.741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379.860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661.853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-281.993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463.072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764.757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-301.685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509.625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1.061.777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-552.152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