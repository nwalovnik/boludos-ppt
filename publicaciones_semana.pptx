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17 de agosto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6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IPIM MAYORISTA JULIO 2026: +0.8%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IPIM mayorista registró un aumento de +0.8% mensual en julio 2026, acumulando 31.05%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31.05%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-1.3%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+2.51%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+0.98%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JULIO 2026: SUPERÁVIT PRIMARIO $2.960K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+2.960 mil millones de pesos en julio 2026. El resultado financiero alcanzó +245K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+2.960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+245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2.960.333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244.897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-696.843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-1.024.891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1.924.367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478.613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356.292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930.284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246.434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1.410.640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297.224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JULIO 2026: +0.85%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+0.85% mensual en julio 2026, acumulando 30.18%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+0.85%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30.18%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-1.3%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JULIO 2026: +0.89%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+0.89% mensual en julio 2026, acumulando 31.31%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+0.89%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31.31%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-1.2%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EMAE JUNIO 2026: ACTIVIDAD CRECIÓ +2.7%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+2.7% en junio 2026. En la medición desestacionalizada, el indicador se movió +0.8%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+2.7%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+0.8%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el nivel general de actividad.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Desest.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161,0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154,1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165,7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161,7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159,9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+6.2%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139,3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149,4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JUNIO 2026: ÍNDICE TOTAL REGISTRADO 9.000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9.000 para el sector registrado en junio 2026. Privado registrado: 9.662. Público: 7.889.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9.000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9.662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7.889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11.220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9.000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9.662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7.889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8.788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9.479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7.628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9.293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7.515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8.096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8.755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6.991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7.953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6.832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