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20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MAYO 2026: ÍNDICE TOTAL REGISTRADO 8.788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8.788 para el sector registrado en mayo 2026. Privado registrado: 9.479. Público: 7.628.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8.788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9.479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7.628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10.744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MAYO 2026: ACTIVIDAD CRECIÓ +0.2%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+0.2% en mayo 2026. En la medición desestacionalizada, el indicador se movió -0.5%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165,5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MAYO 2026: VENTAS REALES CAYERON -0.7%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-0.7% en mayo 2026. Desestacionalizada: +0.9%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-0.7%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+0.9%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-2.8%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102,3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