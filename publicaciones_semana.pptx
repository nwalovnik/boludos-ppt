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18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8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ABRIL 2026: +5.16%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+5.16% mensual en abril 2026, acumulando 30.83%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+5.16%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+2.6%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+24.3%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ABRIL 2026: +4.76%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+4.76% mensual en abril 2026, acumulando 29.59%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+1.27%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+24.7%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ABRIL 2026: +4.79%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+4.79% mensual en abril 2026, acumulando 30.89%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+2.43%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+1.36%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MARZO 2026: ÍNDICE TOTAL REGISTRADO 8.341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8.341 para el sector registrado en marzo 2026. Privado registrado: 8.935. Público: 7.344.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8.341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8.935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7.344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9.916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8.233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6.645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7.504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6.570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COMERCIAL ABRIL 2026: SUPERÁVIT USD 2.711M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intercambio comercial argentino en abril 2026 arrojó un superávit de USD 2.711 millones. Exportaciones: USD 8.914 M (+33.6% i.a.). Importaciones: USD 6.204 M (-4.0% i.a.).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Exportaciones: USD 8.914 millones (+33.6% i.a.)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Importaciones: USD 6.204 millones (-4.0% i.a.)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Saldo comercial: USD +2.711 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Expo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Impo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Saldo USD M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8.914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6.204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2.711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8.697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6.116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2.581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5.963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5.167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797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7.245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5.057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2.189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7.482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5.556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8.133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5.598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ABRIL 2026: SUPERÁVIT PRIMARIO $633K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+633 mil millones de pesos en abril 2026. El resultado financiero alcanzó +268K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+633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+268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484.789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-2.876.450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612.810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2.128.009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400.908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MARZO 2026: ACTIVIDAD CRECIÓ +5.5%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+5.5% en marzo 2026. En la medición desestacionalizada, el indicador se movió +3.5%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+5.5%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+3.5%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158,7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138,3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147,7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SUPERMERCADOS MARZO 2026: VENTAS REALES CAYERON -5.1%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Las ventas de supermercados a precios constantes registraron una variación interanual real de -5.1% en marzo 2026. Desestacionalizada: -0.0% m/m.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 real: -5.1%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del año: -3.1%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Índice real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real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Acumulado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76,1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102,3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Octubre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82,2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