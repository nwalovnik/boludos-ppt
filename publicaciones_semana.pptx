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03 de agosto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2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JUNIO 2026: IPI CRECIÓ +2.0%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+2.0% en junio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+2.0%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119,9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117,0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106,5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JUNIO 2026: IPI CRECIÓ +0.0%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+0.0% en junio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119,9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117,0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106,5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