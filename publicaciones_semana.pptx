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19 de octubre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3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EMAE AGOSTO 2026: ACTIVIDAD CAYÓ -1.7%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Estimador Mensual de Actividad Económica (EMAE) registró una variación interanual de -1.7% en agosto 2026. En la medición desestacionalizada, el indicador se movió +0.1% respecto al mes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-1.7%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 desestacionalizada: +0.1%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el nivel general de actividad.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Desest.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147,8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149,9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151,5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149,8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161,7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154,1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166,2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153,7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162,4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154,7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160,3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+6.5%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156,8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SALARIOS AGOSTO 2026: ÍNDICE TOTAL REGISTRADO 9.468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Salarios INDEC alcanzó 9.468 para el sector registrado en agosto 2026. Privado registrado: 10.160. Público: 8.307.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Total registrado: 9.468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Privado registrado: 10.160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Sector público: 8.307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No registrado: 12.006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Total reg.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Privado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Público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9.468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10.160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8.307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9.224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9.880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8.124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9.000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9.662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7.889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8.788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9.479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7.628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8.629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9.293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7.515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8.341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8.935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7.344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SUPERMERCADOS AGOSTO 2026: VENTAS REALES CAYERON -3.7%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Las ventas de supermercados a precios constantes registraron una variación interanual real de -3.7% en agosto 2026. Desestacionalizada: -0.8% m/m.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 real: -3.7%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 desestacionalizada: -0.8%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Acumulado del año: -2.9%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Índice real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real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Acumulado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79,5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80,3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78,7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80,5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-0.7%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78,5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-3.3%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82,4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