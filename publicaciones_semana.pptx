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14 de septiembre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9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INDUSTRIA JULIO 2026: IPI CRECIÓ +0.0%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Producción Industrial Manufacturero (IPI) registró una variación interanual de +0.0% en julio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+0.0%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la producción manufacturera (16 ramas).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-4.9%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120,0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117,0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-5.7%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-2.4%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122,2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100,3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-8.8%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IPIM MAYORISTA AGOSTO 2026: +2.14%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IPIM mayorista registró un aumento de +2.14% mensual en agosto 2026, acumulando 29.82%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+2.14%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29.82%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+0.5% pp (IPC +1.7%)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+2.14%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+0.80%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+31.1%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+1.08%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+2.51%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+5.16%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+3.38%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+27.9%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IPIB BÁSICOS JULIO 2026: +0.85%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IPIB básicos registró un aumento de +0.85% mensual en julio 2026, acumulando 30.18%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+0.85%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30.18%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-1.3% pp (IPC +2.1%)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+2.27%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+28.9%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+0.85%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+30.2%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+1.15%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+3.00%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+27.1%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IPIB BÁSICOS AGOSTO 2026: +2.27%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IPIB básicos registró un aumento de +2.27% mensual en agosto 2026, acumulando 28.86%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+2.27%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28.86%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+0.6% pp (IPC +1.7%)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+2.27%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+28.9%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+0.85%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+30.2%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+1.15%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+3.00%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+27.1%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IPP PRODUCTOR JULIO 2026: +0.89%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IPP productor registró un aumento de +0.89% mensual en julio 2026, acumulando 31.31%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+0.89%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31.31%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-1.2% pp (IPC +2.1%)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+2.26%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+0.89%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+31.3%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+1.06%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+2.95%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+28.1%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IPP PRODUCTOR AGOSTO 2026: +2.26%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IPP productor registró un aumento de +2.26% mensual en agosto 2026, acumulando 29.71%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+2.26%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29.71%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+0.6% pp (IPC +1.7%)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+2.26%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+0.89%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+31.3%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+1.06%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+2.95%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+28.1%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PBI TRIMESTRAL 2DO TRIMESTRE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CCNN · período 2do trimestre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Se publicó la actualización de PBI trimestral para 2do trimestre 2026. Fuente: INDEC CCNN.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pbi: 792.800,00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via: 2,00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 CCNN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MERCADO DE TRABAJO 2DO T. 2026: DESOCUPACIÓN 7.9%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EPH · período 2do t.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La tasa de desocupación se ubicó en 7.9% de la PEA en el 2do t. 2026. Tasa de actividad: 48.9%; tasa de empleo: 45.0%. Vs 2do t. 2025: +0.3 pp (7.6%). Cobertura: 31 aglomerados urbanos (EPH-INDEC).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Desocupación: 7.9% de la población económicamente activa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Actividad: 48.9% de la población total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Empleo: 45.0% de la población total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Fuente: INDEC, Encuesta Permanente de Hogares (EPH)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Trimestre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Desoc.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Activ.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Empleo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2do t.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48.9%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45.0%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1er t.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48.6%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44.8%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4to t. 2025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48.6%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45.0%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3er t.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48.6%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45.4%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2do t. 2025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48.1%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44.5%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1er t.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48.2%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44.4%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 EPH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FISCAL AGOSTO 2026: SUPERÁVIT PRIMARIO $1.990K M$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Hacienda (vía INDEC IMIG) · período 2026-08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Sector Público Nacional No Financiero registró un resultado primario de +1.990 mil millones de pesos en agosto 2026. El resultado financiero alcanzó +636K M$.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Resultado primario: +1.990 mil millones de pesos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Resultado financiero: +636 mil millones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Fuente: Secretaría de Hacienda, base caja (Metodología 2017)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Primario M$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Financiero M$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1.990.322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635.529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2.960.333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244.897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-696.843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-1.024.891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1.924.367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506.761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632.844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356.292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930.284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246.434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Hacienda (vía INDEC IMIG)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