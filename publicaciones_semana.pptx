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12 de octubre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SEPTIEMBRE 2026: +1.9%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+1.9% mensual en septiembre 2026, acumulando 33.31%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+1.9%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33.31%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12.3%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AGOSTO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agosto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116,9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IPIM MAYORISTA SEPTIEMBRE 2026: +3.16%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IPIM mayorista registró un aumento de +3.16% mensual en septiembre 2026, acumulando 29.15%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+3.16%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29.15%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+1.3% pp (IPC +1.9%)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+3.16%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+2.51%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AGOSTO 2026: SUPERÁVIT PRIMARIO $1.990K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+1.990 mil millones de pesos en agosto 2026. El resultado financiero alcanzó +636K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+1.990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+636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1.427.640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977.173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1.990.322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635.529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2.960.333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244.897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-696.843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505.786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1.924.367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506.761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356.292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SEPTIEMBRE 2026: SUPERÁVIT PRIMARIO $1.428K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+1.428 mil millones de pesos en septiembre 2026. El resultado financiero alcanzó +977K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+1.428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+977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1.427.640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977.173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1.990.322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635.529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2.960.333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244.897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-696.843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505.786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1.924.367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506.761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356.292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JULIO 2026: +0.85%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+0.85% mensual en julio 2026, acumulando 30.18%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+0.85%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30.18%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-1.3%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AGOSTO 2026: +2.27%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+2.27% mensual en agosto 2026, acumulando 28.86%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+2.27%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28.86%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+0.6%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SEPTIEMBRE 2026: +3.44%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+3.44% mensual en septiembre 2026, acumulando 28.11%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+3.44%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28.11%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+1.5% pp (IPC +1.9%)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JULIO 2026: +0.89%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+0.89% mensual en julio 2026, acumulando 31.31%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+0.89%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31.31%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-1.2%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+3.84%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AGOSTO 2026: +2.26%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+2.26% mensual en agosto 2026, acumulando 29.71%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+2.26%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29.71%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+0.6%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+3.84%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SEPTIEMBRE 2026: +3.84%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+3.84% mensual en septiembre 2026, acumulando 29.52%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+3.84%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29.52%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+1.9% pp (IPC +1.9%)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+3.84%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