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29 de junio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3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EMAE ABRIL 2026: ACTIVIDAD CRECIÓ +1.6%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Estimador Mensual de Actividad Económica (EMAE) registró una variación interanual de +1.6% en abril 2026. En la medición desestacionalizada, el indicador se movió -1.5% respecto al mes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+1.6%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 desestacionalizada: -1.5%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el nivel general de actividad.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Desest.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161,5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154,5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160,0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+6.2%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156,9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139,3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152,2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149,5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153,8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156,0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Noviembre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148,0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-0.1%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153,0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MORA BANCARIA MAYO 2026: FAMILIAS 12.7% · EMPRESAS 3.5% (PRELIMINAR)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BCRA Informe sobre Bancos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La irregularidad de cartera alcanzó 12.7% en familias y 3.5% en empresas en mayo 2026 (venía de 12.09% en abril 2026, +0.61 pp). Dato preliminar reportado por 1816/CENDEU (prelim · prev. Informe BCRA); el BCRA publicará el oficial en su próximo Informe sobre Bancos.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Familias: 12.7% del total de préstamos en situación irregular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Empresas: 3.5%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1816/CENDEU (prelim · prev. Informe BCRA)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⚠ Dato preliminar — sujeto a revisión cuando el BCRA publique el Informe oficial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Familias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Empresas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 *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12.09%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3.34%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11.64%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3.18%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11.22%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2.92%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10.61%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2.85%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9.33%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2.53%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BCRA Informe sobre Bancos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RECAUDACIÓN JUNIO 2026: CAYÓ -6.0% REAL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AFIP/ARCA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AFIP/ARCA recaudó $20.017K millones en junio 2026. Variación nominal interanual: +23.7%. En términos reales (deflactado por REM): -6.0% i.a.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Total: $20.017K M$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nominal i.a.: +23.7%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real i.a.: -6.0% (deflactor: REM)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ARCA (ex AFIP) · indec.gob.ar series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Total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Var. nom. i.a.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Var. real i.a.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20.017K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21.514K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17.401K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16.071K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26.21%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—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16.232K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20.05%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-9.77%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18.338K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21.99%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-7.87%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AFIP/ARCA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