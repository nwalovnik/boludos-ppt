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10 de agosto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1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INFLACIÓN JULIO 2026: +2.1%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IPC nivel general aumentó +2.1% mensual en julio 2026, acumulando 33.81% interanual. INDEC publicó el indicador con la metodología vigente.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mensual: +2.1%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33.81%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Acumulado últimos 6 meses: 15.0% (suma simple)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