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19 de octubre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AGOSTO 2026: ACTIVIDAD CAYÓ -1.7%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-1.7% en agosto 2026. En la medición desestacionalizada, el indicador se movió +0.1%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-1.7%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+0.1%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147,8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151,5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166,2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162,4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AGOSTO 2026: ÍNDICE TOTAL REGISTRADO 9.468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9.468 para el sector registrado en agosto 2026. Privado registrado: 10.160. Público: 8.307.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9.468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10.160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8.307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12.006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Agosto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9.468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10.160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8.307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Julio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9.880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8.124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9.000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9.662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7.889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