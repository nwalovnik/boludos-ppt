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31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RECAUDACIÓN AGOSTO 2026: CRECIÓ +3.8% REAL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AFIP/ARCA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AFIP/ARCA recaudó $20.509K millones en agosto 2026. Variación nominal interanual: +33.5%. En términos reales (deflactado por REM): +3.8% i.a. Quiebre de tendencia: venía con 6 meses de caída real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Total: $20.509K M$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nominal i.a.: +33.5%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real i.a.: +3.8% (deflactor: REM)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ARCA (ex AFIP) · indec.gob.ar series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nom.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real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20.509K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22.965K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20.017K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21.514K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17.401K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16.071K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26.21%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AFIP/ARCA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