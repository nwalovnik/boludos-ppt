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15 de junio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6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ABRIL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abril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112,0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114,4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IPIM MAYORISTA MAYO 2026: +2.51%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IPIM mayorista registró un aumento de +2.51% mensual en mayo 2026, acumulando 34.45%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+2.51%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34.45%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+0.4%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+2.51%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+3.38%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+0.98%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+2.40%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ABRIL 2026: +4.76%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+4.76% mensual en abril 2026, acumulando 29.59%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+4.76%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29.59%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+2.2% pp (IPC +2.6%)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MAYO 2026: +2.68%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+2.68% mensual en mayo 2026, acumulando 33.47%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+2.68%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33.47%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+0.5%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ABRIL 2026: +4.79%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+4.79% mensual en abril 2026, acumulando 30.89%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+4.79%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30.89%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+2.2% pp (IPC +2.6%)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+2.43%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MAYO 2026: +2.67%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+2.67% mensual en mayo 2026, acumulando 34.65%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+2.67%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34.65%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+0.5%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+2.43%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