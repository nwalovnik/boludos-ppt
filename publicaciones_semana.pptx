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54864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1082009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Encode Sans"/>
              </a:rPr>
              <a:t>PANORAMA MACRO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74720"/>
            <a:ext cx="108200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FFFFFF"/>
                </a:solidFill>
                <a:latin typeface="Encode Sans"/>
              </a:rPr>
              <a:t>Publicaciones de la semana del 26 de octubre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820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1">
                <a:solidFill>
                  <a:srgbClr val="FFFFFF"/>
                </a:solidFill>
                <a:latin typeface="Encode Sans"/>
              </a:rPr>
              <a:t>1 publicaciones · datos oficiales INDEC / BCRA / Hacienda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TURISMO INTERNACIONAL SEPTIEMBRE 2026: SALDO -180.848 PERSONAS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En septiembre 2026 ingresaron 432.206 turistas no residentes y salieron 613.054 argentinos al exterior, con saldo de -180.848 personas. Receptivo +15.3% i.a., emisivo -13.2% i.a.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Receptivo: 432.206 personas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Emisivo: 613.054 personas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Saldo (receptivo − emisivo): -180.848 personas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Fuente: INDEC, Estadísticas de Turismo Internacional (todas las vías)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Receptivo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Emisivo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Saldo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Septiembre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432.206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613.054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-180.848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Agosto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432.883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652.055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-219.172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466.234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697.150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-230.916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329.177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501.918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-172.741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379.860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661.853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-281.993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463.072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764.757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-301.685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