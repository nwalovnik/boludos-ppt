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06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MAYO 2026: IPI CAYÓ -5.7%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-5.7% en mayo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-5.7%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MAYO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mayo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