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20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2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SALARIOS MAYO 2026: ÍNDICE TOTAL REGISTRADO 8.788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Salarios INDEC alcanzó 8.788 para el sector registrado en mayo 2026. Privado registrado: 9.479. Público: 7.628.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 registrado: 8.788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Privado registrado: 9.479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Sector público: 7.628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No registrado: 10.744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reg.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Privado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Público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9.479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7.628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9.293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7.515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8.341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8.935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7.344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8.096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8.755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6.991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7.953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8.621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6.832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7.795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8.441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6.711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MAYO 2026: ACTIVIDAD CRECIÓ +0.2%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+0.2% en mayo 2026. En la medición desestacionalizada, el indicador se movió -0.5%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+0.2%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-0.5%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165,5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+6.2%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156,7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153,8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155,9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