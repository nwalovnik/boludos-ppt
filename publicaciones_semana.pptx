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14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7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AGOSTO 2026: +2.14%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+2.14% mensual en agosto 2026, acumulando 29.82%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+2.14%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29.82%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+0.5%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JULIO 2026: +0.85%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+0.85% mensual en julio 2026, acumulando 30.18%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+0.85%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30.18%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AGOSTO 2026: +2.27%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+2.27% mensual en agosto 2026, acumulando 28.86%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+2.27%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28.86%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JULIO 2026: +0.89%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+0.89% mensual en julio 2026, acumulando 31.31%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-1.2%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AGOSTO 2026: +2.26%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+2.26% mensual en agosto 2026, acumulando 29.71%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+2.26%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29.71%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+0.6% pp (IPC +1.7%)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PBI TRIMESTRAL 2DO TRIMESTRE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CCNN · período 2do trimestre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PBI trimestral para 2do trimestre 2026. Fuente: INDEC CCNN.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pbi: 792.800,00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via: 2,00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 CCNN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