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22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5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MERCADO DE TRABAJO 1ER T. 2026: DESOCUPACIÓN 7.8%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EPH · período 1er t.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 tasa de desocupación se ubicó en 7.8% de la PEA en el 1er t. 2026. Tasa de actividad: 48.6%; tasa de empleo: 44.8%. Vs 1er t. 2025: -0.1 pp (7.9%). Cobertura: 31 aglomerados urbanos (EPH-INDEC).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Desocupación: 7.8% de la población económicamente activa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Actividad: 48.6%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Empleo: 44.8% de la población total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Encuesta Permanente de Hogares (EPH)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Trimestre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Desoc.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Activ.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Empleo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4to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3er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2do t.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1er t.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44.4%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4to t. 2024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EPH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ABRIL 2026: ÍNDICE TOTAL REGISTRADO 8.629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8.629 para el sector registrado en abril 2026. Privado registrado: 9.293. Público: 7.515.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8.629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9.293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7.515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10.381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7.795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8.441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6.711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7.640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8.233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6.645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PBI TRIMESTRAL 1ER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CCNN · período 1er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PBI trimestral para 1er trimestre 2026. Fuente: INDEC CCNN.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pbi: 725.600,00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via: 2,30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CCNN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BALANZA DE PAGOS 1ER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1er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Balanza de pagos para 1er trimestre 2026. Fuente: INDEC.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cta_cte: -1.651,00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bienes: 6.339,00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servicios: -4.028,00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ing_prim: -4.676,00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ing_sec: 714,00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TURISMO INTERNACIONAL MAYO 2026: SALDO -281.993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En mayo 2026 ingresaron 379.860 turistas no residentes y salieron 661.853 argentinos al exterior, con saldo de -281.993 personas. Receptivo +20.4% i.a., emisivo -12.1% i.a.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Receptivo: 379.860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Emisivo: 661.853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Saldo (receptivo − emisivo): -281.993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Estadísticas de Turismo Internacional (todas las vías)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Receptivo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Emisivo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Saldo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379.860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661.853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-281.993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463.072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764.757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-301.685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509.625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1.061.777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-552.152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534.223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1.629.180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-1.094.957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681.956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1.764.091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-1.082.135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535.845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705.141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-169.296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