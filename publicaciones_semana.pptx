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01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MAYO 2026: CRECIÓ +3.2%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$21.514K millones en mayo 2026. Variación nominal interanual: +35.6%. En términos reales (deflactado por REM): +3.2% i.a. Quiebre de tendencia: venía con 6 meses de caída real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$21.514K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+35.6%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+3.2%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16.071K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26.21%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16.232K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-9.77%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18.338K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21.99%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-7.87%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16.527K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-3.47%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MORA BANCARIA ABRIL 2026: FAMILIAS 12.0% · EMPRESAS 3.3% (PRELIMINAR)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BCRA Informe sobre Bancos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irregularidad de cartera alcanzó 12.0% en familias y 3.3% en empresas en abril 2026 (venía de 11.54% en marzo 2026, +0.46 pp). Dato preliminar reportado por Infobae/1816 via CENDEU; el BCRA publicará el oficial en su próximo Informe sobre Bancos.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Familias: 12.0% del total de préstamos en situación irregular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Empresas: 3.3%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Infobae/1816 via CENDEU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⚠ Dato preliminar — sujeto a revisión cuando el BCRA publique el Informe oficial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Familias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Empresas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 *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11.54%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11.22%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10.61%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9.33%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8.82%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2.29%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BCRA Informe sobre Bancos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