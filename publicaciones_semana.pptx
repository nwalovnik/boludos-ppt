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03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JUNIO 2026: IPI CRECIÓ +2.0%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+2.0% en junio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+2.0%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