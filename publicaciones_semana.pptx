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17 de agosto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4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IPIM MAYORISTA JULIO 2026: +0.8%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IPIM mayorista registró un aumento de +0.8% mensual en julio 2026, acumulando 31.05%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+0.8%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31.05%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-1.3%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+2.51%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+3.38%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+0.98%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+25.6%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FISCAL JULIO 2026: SUPERÁVIT PRIMARIO $2.960K M$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Hacienda (vía INDEC IMIG)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Sector Público Nacional No Financiero registró un resultado primario de +2.960 mil millones de pesos en julio 2026. El resultado financiero alcanzó +245K M$.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primario: +2.960 mil millones de pesos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financiero: +245 mil millones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Secretaría de Hacienda, base caja (Metodología 2017)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Primario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Financiero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2.960.333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244.897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-696.843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-1.024.891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1.924.367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478.613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632.844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356.292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930.284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246.434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1.410.640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297.224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Hacienda (vía INDEC IMIG)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IPIB BÁSICOS JULIO 2026: +0.85%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IPIB básicos registró un aumento de +0.85% mensual en julio 2026, acumulando 30.18%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+0.85%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30.18%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-1.3%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+1.15%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+3.00%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+0.67%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+25.1%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IPP PRODUCTOR JULIO 2026: +0.89%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IPP productor registró un aumento de +0.89% mensual en julio 2026, acumulando 31.31%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+0.89%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31.31%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-1.2%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+31.3%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+0.69%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