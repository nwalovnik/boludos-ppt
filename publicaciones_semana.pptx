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10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JULIO 2026: +2.1%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+2.1% mensual en julio 2026, acumulando 33.83%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+2.1%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33.83%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15.0%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JUNIO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junio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