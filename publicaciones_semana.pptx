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13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4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JUNIO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junio 2026, acumulando 33.55%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33.55%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15.8%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MAYO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mayo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MAYO 2026: SUPERÁVIT PRIMARIO $1.924K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+1.924 mil millones de pesos en mayo 2026. El resultado financiero alcanzó +479K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+1.924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+479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268.103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3.125.737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-166.961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JUNIO 2026: DÉFICIT PRIMARIO $697K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-697 mil millones de pesos en junio 2026. El resultado financiero alcanzó -1.025K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-697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-1.025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268.103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3.125.737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-166.961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