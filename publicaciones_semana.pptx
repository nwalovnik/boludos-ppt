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25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TURISMO INTERNACIONAL ABRIL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Turismo internacional para abril 2026. Fuente: INDEC.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rec: 463.072,00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em: 764.757,00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sal: -301.685,00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