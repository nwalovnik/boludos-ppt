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24 de agosto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2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TURISMO INTERNACIONAL JULIO 2026: SALDO -230.916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En julio 2026 ingresaron 466.234 turistas no residentes y salieron 697.150 argentinos al exterior, con saldo de -230.916 personas. Receptivo +9.1% i.a., emisivo -17.3% i.a.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Receptivo: 466.234 personas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Emisivo: 697.150 personas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Saldo (receptivo − emisivo): -230.916 personas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INDEC, Estadísticas de Turismo Internacional (todas las vías)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Receptivo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Emisivo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Saldo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466.234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697.150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-230.916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329.177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501.918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-172.741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379.860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661.853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-281.993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463.072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764.757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-301.685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509.625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1.061.777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-552.152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534.223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1.629.180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-1.094.957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TURISMO INTERNACIONAL JUNIO 2026: SALDO -172.741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En junio 2026 ingresaron 329.177 turistas no residentes y salieron 501.918 argentinos al exterior, con saldo de -172.741 personas. Receptivo +3.3% i.a., emisivo -22.0% i.a.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Receptivo: 329.177 personas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Emisivo: 501.918 personas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Saldo (receptivo − emisivo): -172.741 personas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INDEC, Estadísticas de Turismo Internacional (todas las vías)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Receptivo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Emisivo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Saldo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466.234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697.150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-230.916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329.177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501.918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-172.741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379.860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661.853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-281.993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463.072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764.757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-301.685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509.625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1.061.777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-552.152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534.223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1.629.180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-1.094.957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