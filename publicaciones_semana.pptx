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29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ABRIL 2026: ACTIVIDAD CRECIÓ +1.6%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+1.6% en abril 2026. En la medición desestacionalizada, el indicador se movió -1.5%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+1.6%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-1.5%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