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28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BALANZA DE PAGOS 2DO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2do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Balanza de pagos para 2do trimestre 2026. Fuente: INDEC.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cta_cte: 2.214,00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bienes: 9.293,00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servicios: -2.102,00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ing_prim: -6.032,00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ing_sec: 1.055,00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RECAUDACIÓN SEPTIEMBRE 2026: CRECIÓ +8.6% REAL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AFIP/ARCA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AFIP/ARCA recaudó $21.359K millones en septiembre 2026. Variación nominal interanual: +38.3%. En términos reales (deflactado por REM): +8.6% i.a. Quiebre de tendencia: venía con 6 meses de caída real interanual.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Total: $21.359K M$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nominal i.a.: +38.3%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real i.a.: +8.6% (deflactor: REM)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ARCA (ex AFIP) · indec.gob.ar series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nom.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real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21.359K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20.509K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22.965K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20.017K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21.514K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17.401K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AFIP/ARCA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