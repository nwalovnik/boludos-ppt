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13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JUNIO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junio 2026, acumulando 33.55%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33.55%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15.8%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MAYO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mayo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