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21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JULIO 2026: ÍNDICE TOTAL REGISTRADO 9.224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9.224 para el sector registrado en julio 2026. Privado registrado: 9.880. Público: 8.124.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9.224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9.880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8.124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11.656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