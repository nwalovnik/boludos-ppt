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25 de mayo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2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EMAE MARZO 2026: ACTIVIDAD CRECIÓ +5.5%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Estimador Mensual de Actividad Económica (EMAE) registró una variación interanual de +5.5% en marzo 2026. En la medición desestacionalizada, el indicador se movió +3.5% respecto al mes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+5.5%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 desestacionalizada: +3.5%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el nivel general de actividad.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Desest.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158,7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156,3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138,3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151,0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148,6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155,2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153,5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+3.3%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155,5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147,7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-0.2%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152,7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Octubre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152,6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152,7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SUPERMERCADOS MARZO 2026: VENTAS REALES CAYERON -5.1%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Las ventas de supermercados a precios constantes registraron una variación interanual real de -5.1% en marzo 2026. Desestacionalizada: -0.0% m/m.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 real: -5.1%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 desestacionalizada: -0.0%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Acumulado del año: -3.1%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Índice real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real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Acumulado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82,4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76,1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82,8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102,3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82,3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Octubre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82,2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