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21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JULIO 2026: ÍNDICE TOTAL REGISTRADO 9.224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9.224 para el sector registrado en julio 2026. Privado registrado: 9.880. Público: 8.124.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9.224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9.880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8.124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11.656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9.880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8.124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9.000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9.662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7.889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SUPERMERCADOS JULIO 2026: VENTAS REALES CAYERON -2.1%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Las ventas de supermercados a precios constantes registraron una variación interanual real de -2.1% en julio 2026. Desestacionalizada: -0.7% m/m.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 real: -2.1%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-0.7%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del año: -2.7%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Índice real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real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Acumulado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80,5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