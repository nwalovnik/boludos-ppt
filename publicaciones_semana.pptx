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14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8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AGOSTO 2026: +2.14%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+2.14% mensual en agosto 2026, acumulando 29.82%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+2.14%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29.82%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AGOSTO 2026: +2.27%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+2.27% mensual en agosto 2026, acumulando 28.86%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28.86%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AGOSTO 2026: +2.26%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+2.26% mensual en agosto 2026, acumulando 29.71%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PBI TRIMESTRAL 2DO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CCNN · período 2do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PBI trimestral para 2do trimestre 2026. Fuente: INDEC CCNN.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pbi: 792.800,00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via: 2,00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CCNN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AGOSTO 2026: SUPERÁVIT PRIMARIO $1.990K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+1.990 mil millones de pesos en agosto 2026. El resultado financiero alcanzó +636K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+1.990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+636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1.990.322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635.529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506.761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