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22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MERCADO DE TRABAJO 1ER T. 2026: DESOCUPACIÓN 7.8%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EPH · período 1er t.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tasa de desocupación se ubicó en 7.8% de la PEA en el 1er t. 2026. Tasa de actividad: 48.6%; tasa de empleo: 44.8%. Vs 1er t. 2025: -0.1 pp (7.9%). Cobertura: 31 aglomerados urbanos (EPH-INDEC).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Desocupación: 7.8% de la población económicamente activa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Actividad: 48.6%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Empleo: 44.8%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Encuesta Permanente de Hogares (EPH)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Trimestre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Desoc.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Activ.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Empleo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2do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EPH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ABRIL 2026: ÍNDICE TOTAL REGISTRADO 8.629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8.629 para el sector registrado en abril 2026. Privado registrado: 9.293. Público: 7.515.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8.629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9.293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7.515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10.381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8.233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PBI TRIMESTRAL 1ER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CCNN · período 1er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PBI trimestral para 1er trimestre 2026. Fuente: INDEC CCNN.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pbi: 725.600,00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via: 2,30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CCNN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