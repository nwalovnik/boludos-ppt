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377440"/>
            <a:ext cx="54864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10820095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 i="0">
                <a:solidFill>
                  <a:srgbClr val="FFFFFF"/>
                </a:solidFill>
                <a:latin typeface="Encode Sans"/>
              </a:rPr>
              <a:t>PANORAMA MACRO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74720"/>
            <a:ext cx="108200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 i="0">
                <a:solidFill>
                  <a:srgbClr val="FFFFFF"/>
                </a:solidFill>
                <a:latin typeface="Encode Sans"/>
              </a:rPr>
              <a:t>Publicaciones de la semana del 07 de septiembre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8200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1">
                <a:solidFill>
                  <a:srgbClr val="FFFFFF"/>
                </a:solidFill>
                <a:latin typeface="Encode Sans"/>
              </a:rPr>
              <a:t>1 publicaciones · datos oficiales INDEC / BCRA / Hacienda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INDUSTRIA JULIO 2026: IPI CAYÓ -4.9% I.A.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Índice de Producción Industrial Manufacturero (IPI) registró una variación interanual de -4.9% en julio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interanual: -4.9%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Serie INDEC, base 2004=100. Mide la producción manufacturera (16 ramas).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Original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118,2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-4.9%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120,0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117,0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-5.7%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118,6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-2.4%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122,2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+5.1%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100,3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-8.8%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