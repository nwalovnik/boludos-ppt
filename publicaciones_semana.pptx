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08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CAYÓ -2.8%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-2.8%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-2.8%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MAYO 2026: +2.1%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+2.1% mensual en mayo 2026, acumulando 33.13%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33.13%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16.7%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