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07 de septiembre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3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JULIO 2026: IPI CAYÓ -4.9%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-4.9% en julio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-4.9%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120,0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117,0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JULIO 2026: IPI CRECIÓ +0.0%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+0.0% en julio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120,0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117,0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INFLACIÓN AGOSTO 2026: +1.7%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IPC nivel general aumentó +1.7% mensual en agosto 2026, acumulando 33.54% interanual. INDEC publicó el indicador con la metodología vigente.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mensual: +1.7%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33.54%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últimos 6 meses: 13.8% (suma simple)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