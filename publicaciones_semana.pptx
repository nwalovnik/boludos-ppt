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14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6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AGOSTO 2026: +2.14%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+2.14% mensual en agosto 2026, acumulando 29.82%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+2.14%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29.82%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