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15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9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ABRIL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abril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114,4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MAYO 2026: +2.51%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+2.51% mensual en mayo 2026, acumulando 34.45%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+2.51%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34.45%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+0.4%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+0.98%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MAYO 2026: SUPERÁVIT PRIMARIO $1.924K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+1.924 mil millones de pesos en mayo 2026. El resultado financiero alcanzó +479K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+1.924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+479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478.613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268.103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484.789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3.125.737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-166.961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-2.876.450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612.810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ABRIL 2026: +4.76%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+4.76% mensual en abril 2026, acumulando 29.59%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29.59%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MAYO 2026: +2.68%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+2.68% mensual en mayo 2026, acumulando 33.47%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+2.68%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33.47%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ABRIL 2026: +4.79%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+4.79% mensual en abril 2026, acumulando 30.89%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30.89%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MAYO 2026: +2.67%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+2.67% mensual en mayo 2026, acumulando 34.65%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+2.67%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34.65%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BALANZA COMERCIAL MAYO 2026: SUPERÁVIT USD 3.504M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intercambio comercial argentino en mayo 2026 arrojó un superávit de USD 3.504 millones. Exportaciones: USD 9.537 M (+34.4% i.a.). Importaciones: USD 6.033 M (-7.0% i.a.).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Exportaciones: USD 9.537 millones (+34.4% i.a.)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Importaciones: USD 6.033 millones (-7.0% i.a.)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Saldo comercial: USD +3.504 M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Expo USD M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Impo USD M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Saldo USD M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9.537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6.033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3.504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8.916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6.203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2.713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6.116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2.581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5.963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5.167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797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7.245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5.057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2.189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7.482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5.556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ABRIL 2026: VENTAS REALES CAYERON -3.7%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-3.7% en abril 2026. Desestacionalizada: +0.8%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-3.7%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+0.8%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-3.3%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102,3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