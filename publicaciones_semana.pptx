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25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MARZO 2026: ACTIVIDAD CRECIÓ +5.5%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+5.5% en marzo 2026. En la medición desestacionalizada, el indicador se movió +3.5%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+5.5%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+3.5%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158,7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138,3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147,7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MARZO 2026: VENTAS REALES CAYERON -5.1%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-5.1% en marzo 2026. Desestacionalizada: -0.0%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-5.1%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-3.1%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ABRIL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Turismo internacional para abril 2026. Fuente: INDEC.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rec: 463.072,00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em: 764.757,00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sal: -301.685,00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