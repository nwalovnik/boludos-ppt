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8200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Encode Sans"/>
              </a:rPr>
              <a:t>PANORAMA MACRO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747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Encode Sans"/>
              </a:rPr>
              <a:t>Publicaciones de la semana del 12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FFFFFF"/>
                </a:solidFill>
                <a:latin typeface="Encode Sans"/>
              </a:rPr>
              <a:t>11 publicaciones · datos oficiales INDEC / BCRA / Hacienda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INFLACIÓN SEPTIEMBRE 2026: +1.9%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IPC nivel general aumentó +1.9% mensual en septiembre 2026, acumulando 33.31% interanual. INDEC publicó el indicador con la metodología vigente.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Variación mensual: +1.9%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Variación interanual: 33.31%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Acumulado últimos 6 meses: 12.3% (suma simple)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+33.3%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+33.5%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+33.5%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+32.4%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INDUSTRIA AGOSTO 2026: IPI CRECIÓ +0.0% I.A.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Índice de Producción Industrial Manufacturero (IPI) registró una variación interanual de +0.0% en agosto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Variación interanual: +0.0%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Serie INDEC, base 2004=100. Mide la producción manufacturera (16 ramas).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Original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119,3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-3.2%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118,1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-4.9%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119,8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116,9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-5.7%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118,5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-2.4%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Marzo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122,1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+5.0%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IPIM MAYORISTA SEPTIEMBRE 2026: +3.16%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IPIM mayorista registró un aumento de +3.16% mensual en septiembre 2026, acumulando 29.15%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+3.16%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29.15%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+1.3% pp (IPC +1.9%)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+3.16%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+2.14%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+29.8%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+31.1%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+1.08%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+2.51%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+5.16%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+30.8%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FISCAL AGOSTO 2026: SUPERÁVIT PRIMARIO $1.990K M$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Hacienda (vía INDEC IMIG) · período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Sector Público Nacional No Financiero registró un resultado primario de +1.990 mil millones de pesos en agosto 2026. El resultado financiero alcanzó +636K M$.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Resultado primario: +1.990 mil millones de pesos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Resultado financiero: +636 mil millones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Fuente: Secretaría de Hacienda, base caja (Metodología 2017)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Primario M$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Financiero M$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1.427.640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977.173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1.990.322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635.529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2.960.333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244.897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-696.843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505.786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1.924.367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506.761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632.844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356.292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Hacienda (vía INDEC IMIG)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FISCAL SEPTIEMBRE 2026: SUPERÁVIT PRIMARIO $1.428K M$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Hacienda (vía INDEC IMIG) · período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Sector Público Nacional No Financiero registró un resultado primario de +1.428 mil millones de pesos en septiembre 2026. El resultado financiero alcanzó +977K M$.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Resultado primario: +1.428 mil millones de pesos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Resultado financiero: +977 mil millones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Fuente: Secretaría de Hacienda, base caja (Metodología 2017)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Primario M$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Financiero M$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1.427.640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977.173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1.990.322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635.529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2.960.333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244.897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-696.843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505.786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1.924.367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506.761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632.844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356.292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Hacienda (vía INDEC IMIG)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IPIB BÁSICOS JULIO 2026: +0.85%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IPIB básicos registró un aumento de +0.85% mensual en julio 2026, acumulando 30.18%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+0.85%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30.18%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-1.3% pp (IPC +2.1%)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+3.44%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+28.1%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+2.27%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+28.9%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+1.15%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+4.76%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IPIB BÁSICOS AGOSTO 2026: +2.27%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IPIB básicos registró un aumento de +2.27% mensual en agosto 2026, acumulando 28.86%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+2.27%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28.86%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+0.6% pp (IPC +1.7%)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+3.44%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+28.1%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+2.27%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+28.9%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+1.15%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+4.76%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IPIB BÁSICOS SEPTIEMBRE 2026: +3.44%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IPIB básicos registró un aumento de +3.44% mensual en septiembre 2026, acumulando 28.11%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+3.44%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28.11%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+1.5% pp (IPC +1.9%)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+3.44%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+28.1%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+2.27%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+28.9%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+1.15%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+33.5%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+4.76%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IPP PRODUCTOR JULIO 2026: +0.89%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IPP productor registró un aumento de +0.89% mensual en julio 2026, acumulando 31.31%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+0.89%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31.31%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-1.2% pp (IPC +2.1%)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+3.84%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+2.26%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+31.3%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+1.06%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+2.67%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+4.79%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IPP PRODUCTOR AGOSTO 2026: +2.26%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IPP productor registró un aumento de +2.26% mensual en agosto 2026, acumulando 29.71%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+2.26%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29.71%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+0.6% pp (IPC +1.7%)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+3.84%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+2.26%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+31.3%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+1.06%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+2.67%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+4.79%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136873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 i="0">
                <a:solidFill>
                  <a:srgbClr val="00B2C9"/>
                </a:solidFill>
                <a:latin typeface="Encode Sans"/>
              </a:rPr>
              <a:t>IPP PRODUCTOR SEPTIEMBRE 2026: +3.84%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A6760"/>
                </a:solidFill>
                <a:latin typeface="Encode Sans"/>
              </a:rPr>
              <a:t>INDEC · período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486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sz="1300" b="0" i="0">
                <a:solidFill>
                  <a:srgbClr val="3F3F3F"/>
                </a:solidFill>
                <a:latin typeface="Encode Sans"/>
              </a:rPr>
              <a:t>El IPP productor registró un aumento de +3.84% mensual en septiembre 2026, acumulando 29.52% interanual. Suele anticipar el IPC minorista.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2044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Nivel general: +3.84% mensual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Interanual: 29.52%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B2C9"/>
                </a:solidFill>
                <a:latin typeface="Encode Sans"/>
              </a:rPr>
              <a:t>●  </a:t>
            </a:r>
            <a:r>
              <a:rPr sz="1300" b="0" i="0">
                <a:solidFill>
                  <a:srgbClr val="3F3F3F"/>
                </a:solidFill>
                <a:latin typeface="Encode Sans"/>
              </a:rPr>
              <a:t>Brecha vs IPC minorista: +1.9% pp (IPC +1.9%)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66928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443484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Mes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VM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Encode Sans"/>
                        </a:rPr>
                        <a:t>VIA %</a:t>
                      </a:r>
                    </a:p>
                  </a:txBody>
                  <a:tcPr marL="36576" marR="36576" marT="18288" marB="18288">
                    <a:solidFill>
                      <a:srgbClr val="00B2C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Septiembre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+3.84%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Agosto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+2.26%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+29.7%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Julio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+0.89%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+31.3%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Junio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+1.06%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+34.0%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Mayo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+2.67%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+34.6%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Abril 2026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+4.79%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F3F3F"/>
                          </a:solidFill>
                          <a:latin typeface="Encode Sans"/>
                        </a:rPr>
                        <a:t>+30.9%</a:t>
                      </a:r>
                    </a:p>
                  </a:txBody>
                  <a:tcPr marL="36576" marR="36576" marT="18288" marB="18288">
                    <a:solidFill>
                      <a:srgbClr val="F8F8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A6760"/>
                </a:solidFill>
                <a:latin typeface="Encode Sans"/>
              </a:rPr>
              <a:t>Fuente: elaboración propia en base a INDEC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