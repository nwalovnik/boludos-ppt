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27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JUNIO 2026: SALDO -172.741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En junio 2026 ingresaron 329.177 turistas no residentes y salieron 501.918 argentinos al exterior, con saldo de -172.741 personas. Receptivo +3.3% i.a., emisivo -22.0%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Receptivo: 329.177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Emisivo: 501.918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(receptivo − emisivo): -172.741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Estadísticas de Turismo Internacional (todas las vías)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Receptivo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Emisivo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329.177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501.918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-172.741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379.860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661.853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-281.993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463.072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764.757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-301.685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509.625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1.061.777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-552.152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534.223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1.629.180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-1.094.957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681.956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1.764.091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-1.082.135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