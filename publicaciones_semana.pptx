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33.36%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SEPTIEMBRE 2026: +3.16%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+3.16% mensual en septiembre 2026, acumulando 29.15%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+3.16%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29.15%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+1.3%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AGOSTO 2026: SUPERÁVIT PRIMARIO $1.990K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+1.990 mil millones de pesos en agosto 2026. El resultado financiero alcanzó +636K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+1.990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+636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1.427.640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977.173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505.786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SEPTIEMBRE 2026: SUPERÁVIT PRIMARIO $1.428K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+1.428 mil millones de pesos en septiembre 2026. El resultado financiero alcanzó +977K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+1.428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+977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1.427.640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977.173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505.786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SEPTIEMBRE 2026: +3.44%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+3.44% mensual en septiembre 2026, acumulando 28.11%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+3.44%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28.11%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+1.5%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SEPTIEMBRE 2026: +3.84%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+3.84% mensual en septiembre 2026, acumulando 29.52%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+3.84%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+1.9%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+3.84%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