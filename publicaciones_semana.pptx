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28 de septiembre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BALANZA DE PAGOS 2DO TRIMESTRE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2do trimestre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Se publicó la actualización de Balanza de pagos para 2do trimestre 2026. Fuente: INDEC.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cta_cte: 2.214,00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bienes: 9.293,00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servicios: -2.102,00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ing_prim: -6.032,00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ing_sec: 1.055,00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