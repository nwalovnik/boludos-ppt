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21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JULIO 2026: ÍNDICE TOTAL REGISTRADO 9.224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9.224 para el sector registrado en julio 2026. Privado registrado: 9.880. Público: 8.124.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9.224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9.880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8.124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11.656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9.880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JULIO 2026: VENTAS REALES CAYERON -2.1%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-2.1% en julio 2026. Desestacionalizada: -0.7%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-2.7%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JULIO 2026: ACTIVIDAD CAYÓ -1.4%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-1.4% en julio 2026. En la medición desestacionalizada, el indicador se movió -2.9%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-1.4%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-2.9%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